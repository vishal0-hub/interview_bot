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1F5F9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1F5F9"/>
                </a:solidFill>
                <a:latin typeface="Calibri"/>
              </a:defRPr>
            </a:pPr>
            <a:r>
              <a:t>AI-Powered Technical Interview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926080"/>
            <a:ext cx="27432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Resume Analysis • Question Generation • Voice Interaction • Performance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5CF6"/>
                </a:solidFill>
                <a:latin typeface="Calibri"/>
              </a:defRPr>
            </a:pPr>
            <a:r>
              <a:t>Built with Django  |  Powered by Groq AI (LLaMA 3.3 70B)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📌 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2801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Traditional technical interviews are time-consuming, inconsistent, and expensive.</a:t>
            </a:r>
            <a:br/>
            <a:r>
              <a:t>Companies struggle to screen large volumes of candidates efficiently while maintaining</a:t>
            </a:r>
            <a:br/>
            <a:r>
              <a:t>quality and fairness in the evaluation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⏱️  Manual screening takes hours per candidate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❌  Inconsistent question quality across interviewers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💰  High cost of technical interviewer time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📊  No standardized scoring or analytics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🔇  No voice-based interaction in existing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💡  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An AI-powered interview bot that automates the entire technical screening process</a:t>
            </a:r>
            <a:br/>
            <a:r>
              <a:t>— from resume analysis to final report — using free, state-of-the-art LLMs.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Resume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319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Upload PDF/DOCX resume.</a:t>
            </a:r>
            <a:br/>
            <a:r>
              <a:t>AI extracts technical skills</a:t>
            </a:r>
            <a:br/>
            <a:r>
              <a:t>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256032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59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59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Smart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59" y="39319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10 tailored technical questions</a:t>
            </a:r>
            <a:br/>
            <a:r>
              <a:t>generated based on</a:t>
            </a:r>
            <a:br/>
            <a:r>
              <a:t>candidate's skill 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56032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Calibri"/>
              </a:defRPr>
            </a:pPr>
            <a:r>
              <a:t>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Voice 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39319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Bot speaks questions aloud.</a:t>
            </a:r>
            <a:br/>
            <a:r>
              <a:t>Candidate answers via</a:t>
            </a:r>
            <a:br/>
            <a:r>
              <a:t>microphone.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56032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Analysis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9319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Detailed scoring, strengths,</a:t>
            </a:r>
            <a:br/>
            <a:r>
              <a:t>weaknesses, and hiring</a:t>
            </a:r>
            <a:br/>
            <a:r>
              <a:t>recommendation.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🛠️ 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Django 4.2+ (Python Web Framework)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SQLite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Django ORM for data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Calibri"/>
              </a:defRPr>
            </a:pPr>
            <a:r>
              <a:t>AI /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Groq API (Free Tier)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LLaMA 3.3 70B Versatile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JSON-structured prompts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Calibri"/>
              </a:defRPr>
            </a:pPr>
            <a:r>
              <a:t>Resume Parsing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PyPDF2 for PDF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python-docx for DOCX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Custom text parser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02336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HTML5 / CSS3 / JavaScript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Web Speech API (TTS + STT)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AJAX for real-time Q&amp;A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⚙️ 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417320" cy="22860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234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Upload</a:t>
            </a:r>
            <a:br/>
            <a:r>
              <a:t>Resume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4832" y="1828800"/>
            <a:ext cx="1417320" cy="22860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19202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24688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2834640"/>
            <a:ext cx="1234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Parse &amp;</a:t>
            </a:r>
            <a:br/>
            <a:r>
              <a:t>Extract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12464" y="1828800"/>
            <a:ext cx="1417320" cy="22860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3904" y="19202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904" y="24688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2834640"/>
            <a:ext cx="1234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AI: Extract</a:t>
            </a:r>
            <a:br/>
            <a: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0096" y="1828800"/>
            <a:ext cx="1417320" cy="22860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19202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1F5F9"/>
                </a:solidFill>
                <a:latin typeface="Calibri"/>
              </a:defRPr>
            </a:pPr>
            <a:r>
              <a:t>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24688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2834640"/>
            <a:ext cx="1234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AI: Generate</a:t>
            </a:r>
            <a:br/>
            <a:r>
              <a:t>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7416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67728" y="1828800"/>
            <a:ext cx="1417320" cy="22860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9168" y="19202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24688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834640"/>
            <a:ext cx="1234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Interactive</a:t>
            </a:r>
            <a:br/>
            <a:r>
              <a:t>Q&amp;A 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1828800"/>
            <a:ext cx="1417320" cy="22860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19202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1F5F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4688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834640"/>
            <a:ext cx="1234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AI: Evaluate</a:t>
            </a:r>
            <a:br/>
            <a:r>
              <a:t>Answers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22992" y="1828800"/>
            <a:ext cx="1417320" cy="22860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14432" y="19202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4432" y="24688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Step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4432" y="2834640"/>
            <a:ext cx="1234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Calibri"/>
              </a:defRPr>
            </a:pPr>
            <a:r>
              <a:t>Generate</a:t>
            </a:r>
            <a:br/>
            <a:r>
              <a:t>Report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572000"/>
            <a:ext cx="10515600" cy="16459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7548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120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User uploads resume → Django parses text (PyPDF2/python-docx) → Groq LLaMA extracts skills →</a:t>
            </a:r>
            <a:br/>
            <a:r>
              <a:t>Groq generates 10 technical questions → User answers via text or voice → Each answer evaluated</a:t>
            </a:r>
            <a:br/>
            <a:r>
              <a:t>by AI in real-time → Comprehensive report generated with scores and recommendation.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🌟 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🎯 Skill-Based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Questions are generated specifically from skills found in the resume — not generic. Covers programming languages, frameworks, databases, and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🔊 Voice-Powered Interview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3774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Text-to-Speech reads questions aloud. Speech-to-Text captures spoken answers via browser microphone. No extra APIs needed — uses Web Speech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⚡ Real-Time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3832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Each answer is evaluated immediately by AI with a score (1-10) and detailed feedback, so the candidate can see how they did.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📋 Comprehensive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389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Final report includes: overall score, per-skill breakdown, strengths, weaknesses, detailed feedback, and a hiring recommendation.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💸 Completely 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3949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Uses Groq free tier API — no credit card, no paid subscription. Fast inference with LLaMA 3.3 70B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🗃️  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Calibri"/>
              </a:defRPr>
            </a:pPr>
            <a:r>
              <a:t>InterviewSession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resume_file (FileField)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7860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resume_text (TextField)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626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skills_json (TextField)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4670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status (CharField)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307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candidate_name (CharField)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14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report_text (TextField)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4988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overall_score (FloatField)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8289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created_at (DateTimeField)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463040"/>
            <a:ext cx="3200400" cy="29260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Calibri"/>
              </a:defRPr>
            </a:pPr>
            <a:r>
              <a:t>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session (FK → Session)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78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question_text (TextField)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9626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skill_category (CharField)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3467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difficulty (CharField)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730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order (IntegerField)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463040"/>
            <a:ext cx="3200400" cy="27432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Calibri"/>
              </a:defRPr>
            </a:pPr>
            <a:r>
              <a:t>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question (FK → Question)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578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answer_text (TextField)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9626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evaluation (TextField)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3467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score (IntegerField)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730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created_at (DateTimeField)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Relationship: InterviewSession (1) → Questions (many) → Answers (many)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📁  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6F1"/>
                </a:solidFill>
                <a:latin typeface="Consolas"/>
              </a:defRPr>
            </a:pPr>
            <a:r>
              <a:t>bot/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562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├── manage.py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665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├── .env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7685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├── requirements.txt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6F1"/>
                </a:solidFill>
                <a:latin typeface="Consolas"/>
              </a:defRPr>
            </a:pPr>
            <a:r>
              <a:t>├── bot_project/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settings.py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077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urls.py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1810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└── wsgi.py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2841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6F1"/>
                </a:solidFill>
                <a:latin typeface="Consolas"/>
              </a:defRPr>
            </a:pPr>
            <a:r>
              <a:t>├── interview/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387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models.py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49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views.py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593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gemini_service.py  (Groq 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696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resume_parser.py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7997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forms.py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90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urls.py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00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6F1"/>
                </a:solidFill>
                <a:latin typeface="Consolas"/>
              </a:defRPr>
            </a:pPr>
            <a:r>
              <a:t>│   ├── templates/interview/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10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│   ├── base.html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212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│   ├── upload.html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315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│   ├── interview.html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6418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│   └── report.html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52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6F1"/>
                </a:solidFill>
                <a:latin typeface="Consolas"/>
              </a:defRPr>
            </a:pPr>
            <a:r>
              <a:t>│   └── static/interview/css/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6062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└── media/resumes/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463040"/>
            <a:ext cx="5029200" cy="47548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Calibri"/>
              </a:defRPr>
            </a:pPr>
            <a:r>
              <a:t>Key 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gemini_service.py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103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All AI interactions — skill</a:t>
            </a:r>
            <a:br/>
            <a:r>
              <a:t>extraction, question gen,</a:t>
            </a:r>
            <a:br/>
            <a:r>
              <a:t>answer evaluation, 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971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views.py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971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Request handling — upload,</a:t>
            </a:r>
            <a:br/>
            <a:r>
              <a:t>Q&amp;A API endpoints, report</a:t>
            </a:r>
            <a:br/>
            <a:r>
              <a:t>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8404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resume_parser.py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84047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PDF &amp; DOCX text extraction</a:t>
            </a:r>
            <a:br/>
            <a:r>
              <a:t>using PyPDF2 and python-docx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7091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interview.html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70915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AJAX Q&amp;A page with voice</a:t>
            </a:r>
            <a:br/>
            <a:r>
              <a:t>interaction (TTS + STT)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report.html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5577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Animated report with SVG</a:t>
            </a:r>
            <a:br/>
            <a:r>
              <a:t>score ring and skill bars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🎨  User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5720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366F1"/>
                </a:solidFill>
                <a:latin typeface="Calibri"/>
              </a:defRPr>
            </a:pPr>
            <a:r>
              <a:t>Upload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Drag-and-drop resume upload</a:t>
            </a:r>
            <a:br/>
            <a:r>
              <a:t>• File format validation</a:t>
            </a:r>
            <a:br/>
            <a:r>
              <a:t>• Name input field</a:t>
            </a:r>
            <a:br/>
            <a:r>
              <a:t>• Recent sessions list</a:t>
            </a:r>
            <a:br/>
            <a:r>
              <a:t>• Processing animation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463040"/>
            <a:ext cx="3474720" cy="45720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366F1"/>
                </a:solidFill>
                <a:latin typeface="Calibri"/>
              </a:defRPr>
            </a:pPr>
            <a:r>
              <a:t>Interview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One question at a time</a:t>
            </a:r>
            <a:br/>
            <a:r>
              <a:t>• Progress bar tracking</a:t>
            </a:r>
            <a:br/>
            <a:r>
              <a:t>• Skill &amp; difficulty tags</a:t>
            </a:r>
            <a:br/>
            <a:r>
              <a:t>• 🔊 Listen button (TTS)</a:t>
            </a:r>
            <a:br/>
            <a:r>
              <a:t>• 🎤 Mic button (STT)</a:t>
            </a:r>
            <a:br/>
            <a:r>
              <a:t>• Real-time score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474720" cy="45720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366F1"/>
                </a:solidFill>
                <a:latin typeface="Calibri"/>
              </a:defRPr>
            </a:pPr>
            <a:r>
              <a:t>Report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Animated SVG score ring</a:t>
            </a:r>
            <a:br/>
            <a:r>
              <a:t>• Strengths &amp; weaknesses</a:t>
            </a:r>
            <a:br/>
            <a:r>
              <a:t>• Per-skill performance bars</a:t>
            </a:r>
            <a:br/>
            <a:r>
              <a:t>• Q&amp;A breakdown with scores</a:t>
            </a:r>
            <a:br/>
            <a:r>
              <a:t>• Hiring recommendation</a:t>
            </a:r>
            <a:br/>
            <a:r>
              <a:t>• Print-friendly 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5CF6"/>
                </a:solidFill>
                <a:latin typeface="Calibri"/>
              </a:defRPr>
            </a:pPr>
            <a:r>
              <a:t>Design: Dark glassmorphism theme • Gradient accents • Smooth animations • Fully responsive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🤖  AI Integration (Groq)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onsolas"/>
              </a:defRPr>
            </a:pPr>
            <a:r>
              <a:t>extract_skills(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00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Analyzes resume text and returns a JSON array of all technical skills found — programming languages, frameworks, tools, databases.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onsolas"/>
              </a:defRPr>
            </a:pPr>
            <a:r>
              <a:t>generate_questions(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346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Creates 10 tailored interview questions from the extracted skills with a mix of Easy, Medium, and Hard difficulty levels.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onsolas"/>
              </a:defRPr>
            </a:pPr>
            <a:r>
              <a:t>evaluate_answer(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690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Scores each answer 1-10 with detailed feedback explaining what was good and what was missed.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onsolas"/>
              </a:defRPr>
            </a:pPr>
            <a:r>
              <a:t>generate_report(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3035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Produces a comprehensive JSON report with overall score, per-skill scores, strengths, weaknesses, and hiring recommendation.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5CF6"/>
                </a:solidFill>
                <a:latin typeface="Calibri"/>
              </a:defRPr>
            </a:pPr>
            <a:r>
              <a:t>All AI calls use structured JSON prompts → LLaMA 3.3 70B processes → JSON response parsed with fallbacks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🚀 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👤  User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Add login/signup so candidates can track interview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📹  Video Recording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Record video responses for behavioral interview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🏢  Multi-Role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Customize questions for different job roles and levels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📧  Email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Auto-send PDF reports to candidates and recruiters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9456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240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📈  Analytics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Admin panel with aggregate stats across all interviews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1752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0632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🌐  Multi-Language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3832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Support interviews in Hindi, Spanish, and other languages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-1828800"/>
            <a:ext cx="7315200" cy="73152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1F5F9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2860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5CF6"/>
                </a:solidFill>
                <a:latin typeface="Calibri"/>
              </a:defRPr>
            </a:pPr>
            <a:r>
              <a:t>AI-Powered Technical Interview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Built with Django  •  Groq AI  •  LLaMA 3.3 70B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Questions &amp; Feedback Welcome 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